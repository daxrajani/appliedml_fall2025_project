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9E67-A9F6-4A58-9B19-613F7C5C8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187B4-3132-442B-8DA6-C9B45974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DF5-6202-422C-82C6-46936118FC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2909C-59B2-4D48-9542-E4BA2988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6CC53-E187-4982-8C0D-2533A048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4BDC-8865-4ED7-8FB8-219000C65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39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1CE76-02F8-4BE3-B84F-91E7E5E5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63EB1-6C98-4933-B349-27E4FCF4E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8F520-E35B-4CBC-B9A9-AE809FD3D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F2DF5-6202-422C-82C6-46936118FC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535E3-5016-4AB7-849C-61069C412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2776-47B3-44BD-B69A-30AF30907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C4BDC-8865-4ED7-8FB8-219000C65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07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BA0D63-C0F3-408F-B164-DB3E2716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/>
              <a:t>Disease Prediction using Symptoms</a:t>
            </a:r>
            <a:endParaRPr lang="en-IN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48DB94-F2A6-47FD-9662-92A7B4BFCA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1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F1DC5C-F47A-45F6-83EB-6F28359A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Presentation Overview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BA3A8-C144-4624-97BB-285265E265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46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BE9576-1BCC-42C1-9801-00FC8D91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Formulation &amp; Clinical Motivation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3FE85-35C6-4B89-BB93-7EFC85CAD7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4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AEC1E9C-B540-4917-9C95-EF9E8EF2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Engineering &amp; Preprocessing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2E56A-4779-4FAB-BA36-3242AD4A15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6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36B0671-CCC7-4F08-ADB5-3A91A508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 Architecture &amp; Ensemble Strategy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CCA0D-1385-421C-95CD-EDCBD14398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8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7227DBB-BF4B-4678-BE6F-C1E5D649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Evaluation Metrics &amp; Model Interpretability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36557-610F-4E86-B862-FA19D0D08F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4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F619F7E-9DA4-4BA3-9B4D-1A3F9C53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Real-Time Deployment &amp; User Interface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A7715-11D4-4547-BB16-8FCB57143E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8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C05A9AE-9E56-4FF8-8DD4-D39D9003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 &amp; Future Scope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A6236C-B0AD-4B8C-A2BE-E1F4A47BE0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51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21EA38A-DBFA-4EB9-BAFE-A6E357C1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9126F-B9FE-402D-BF3E-62E1EFCCFD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73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C843F4-8758-4B59-A4E6-8D0BA236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/>
              <a:t>Thank You!</a:t>
            </a:r>
            <a:endParaRPr lang="en-IN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A94C3-60C3-4B3B-8CAA-349DA6877E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96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Disease Prediction using Symptoms</vt:lpstr>
      <vt:lpstr>Presentation Overview</vt:lpstr>
      <vt:lpstr>Problem Formulation &amp; Clinical Motivation</vt:lpstr>
      <vt:lpstr>Data Engineering &amp; Preprocessing</vt:lpstr>
      <vt:lpstr>Model Architecture &amp; Ensemble Strategy</vt:lpstr>
      <vt:lpstr>Evaluation Metrics &amp; Model Interpretability</vt:lpstr>
      <vt:lpstr>Real-Time Deployment &amp; User Interface</vt:lpstr>
      <vt:lpstr>Conclusion &amp; Future Scope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Prediction using Symptoms</dc:title>
  <dc:creator>Dax Rajani</dc:creator>
  <cp:lastModifiedBy>Dax Rajani</cp:lastModifiedBy>
  <cp:revision>1</cp:revision>
  <dcterms:created xsi:type="dcterms:W3CDTF">2025-12-04T22:24:46Z</dcterms:created>
  <dcterms:modified xsi:type="dcterms:W3CDTF">2025-12-04T22:24:46Z</dcterms:modified>
</cp:coreProperties>
</file>